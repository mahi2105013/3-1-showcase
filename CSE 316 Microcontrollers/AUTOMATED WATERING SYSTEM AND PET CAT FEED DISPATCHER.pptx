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4"/>
  </p:sldMasterIdLst>
  <p:notesMasterIdLst>
    <p:notesMasterId r:id="rId26"/>
  </p:notesMasterIdLst>
  <p:handoutMasterIdLst>
    <p:handoutMasterId r:id="rId27"/>
  </p:handoutMasterIdLst>
  <p:sldIdLst>
    <p:sldId id="256" r:id="rId5"/>
    <p:sldId id="262" r:id="rId6"/>
    <p:sldId id="263" r:id="rId7"/>
    <p:sldId id="264" r:id="rId8"/>
    <p:sldId id="265" r:id="rId9"/>
    <p:sldId id="280" r:id="rId10"/>
    <p:sldId id="266" r:id="rId11"/>
    <p:sldId id="267" r:id="rId12"/>
    <p:sldId id="268" r:id="rId13"/>
    <p:sldId id="275" r:id="rId14"/>
    <p:sldId id="276" r:id="rId15"/>
    <p:sldId id="277" r:id="rId16"/>
    <p:sldId id="278" r:id="rId17"/>
    <p:sldId id="269" r:id="rId18"/>
    <p:sldId id="272" r:id="rId19"/>
    <p:sldId id="270" r:id="rId20"/>
    <p:sldId id="273" r:id="rId21"/>
    <p:sldId id="271" r:id="rId22"/>
    <p:sldId id="274" r:id="rId23"/>
    <p:sldId id="27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8BD466-1FA0-43FC-8673-3A85C9EBC7DD}" type="doc">
      <dgm:prSet loTypeId="urn:microsoft.com/office/officeart/2005/8/layout/hProcess9" loCatId="process" qsTypeId="urn:microsoft.com/office/officeart/2005/8/quickstyle/3d2" qsCatId="3D" csTypeId="urn:microsoft.com/office/officeart/2005/8/colors/colorful2" csCatId="colorful" phldr="1"/>
      <dgm:spPr/>
    </dgm:pt>
    <dgm:pt modelId="{0749F7ED-504E-479C-BEDE-DC3DBA23A645}">
      <dgm:prSet phldrT="[Text]"/>
      <dgm:spPr/>
      <dgm:t>
        <a:bodyPr/>
        <a:lstStyle/>
        <a:p>
          <a:r>
            <a:rPr lang="en-US" dirty="0" smtClean="0"/>
            <a:t>Soil moisture drops</a:t>
          </a:r>
          <a:endParaRPr lang="en-US" dirty="0"/>
        </a:p>
      </dgm:t>
    </dgm:pt>
    <dgm:pt modelId="{E8F236AA-9103-463E-8EDD-B9CDF1477FA5}" type="parTrans" cxnId="{33B36481-99D1-44CF-B526-E7AF4252097C}">
      <dgm:prSet/>
      <dgm:spPr/>
      <dgm:t>
        <a:bodyPr/>
        <a:lstStyle/>
        <a:p>
          <a:endParaRPr lang="en-US"/>
        </a:p>
      </dgm:t>
    </dgm:pt>
    <dgm:pt modelId="{C2F8623B-A97E-4D5E-B2F5-5B2DB808457A}" type="sibTrans" cxnId="{33B36481-99D1-44CF-B526-E7AF4252097C}">
      <dgm:prSet/>
      <dgm:spPr/>
      <dgm:t>
        <a:bodyPr/>
        <a:lstStyle/>
        <a:p>
          <a:endParaRPr lang="en-US"/>
        </a:p>
      </dgm:t>
    </dgm:pt>
    <dgm:pt modelId="{BD406899-0A57-448E-B904-BD8FB3532C5F}">
      <dgm:prSet phldrT="[Text]"/>
      <dgm:spPr/>
      <dgm:t>
        <a:bodyPr/>
        <a:lstStyle/>
        <a:p>
          <a:r>
            <a:rPr lang="en-US" dirty="0" smtClean="0"/>
            <a:t>Waits fixed time</a:t>
          </a:r>
          <a:endParaRPr lang="en-US" dirty="0"/>
        </a:p>
      </dgm:t>
    </dgm:pt>
    <dgm:pt modelId="{5F7CD1B7-87F7-4FC2-A8AC-9D652A8300BF}" type="parTrans" cxnId="{C2C0EDCC-4EC7-46B5-A7EB-EC0158B016A6}">
      <dgm:prSet/>
      <dgm:spPr/>
      <dgm:t>
        <a:bodyPr/>
        <a:lstStyle/>
        <a:p>
          <a:endParaRPr lang="en-US"/>
        </a:p>
      </dgm:t>
    </dgm:pt>
    <dgm:pt modelId="{DCA5280A-70B1-4424-839E-0A50FA90AADE}" type="sibTrans" cxnId="{C2C0EDCC-4EC7-46B5-A7EB-EC0158B016A6}">
      <dgm:prSet/>
      <dgm:spPr/>
      <dgm:t>
        <a:bodyPr/>
        <a:lstStyle/>
        <a:p>
          <a:endParaRPr lang="en-US"/>
        </a:p>
      </dgm:t>
    </dgm:pt>
    <dgm:pt modelId="{B98BFFEE-A124-4055-A75F-DC6F4FC3C6CC}">
      <dgm:prSet phldrT="[Text]"/>
      <dgm:spPr/>
      <dgm:t>
        <a:bodyPr/>
        <a:lstStyle/>
        <a:p>
          <a:r>
            <a:rPr lang="en-US" dirty="0" smtClean="0"/>
            <a:t>Closes value</a:t>
          </a:r>
          <a:endParaRPr lang="en-US" dirty="0"/>
        </a:p>
      </dgm:t>
    </dgm:pt>
    <dgm:pt modelId="{11E6901B-2E12-404C-959C-E08B30EF6B8B}" type="parTrans" cxnId="{B524C275-8A3A-441E-8E3C-9091513B798B}">
      <dgm:prSet/>
      <dgm:spPr/>
      <dgm:t>
        <a:bodyPr/>
        <a:lstStyle/>
        <a:p>
          <a:endParaRPr lang="en-US"/>
        </a:p>
      </dgm:t>
    </dgm:pt>
    <dgm:pt modelId="{F8A70BDE-C3C1-42DD-BF44-36037E187345}" type="sibTrans" cxnId="{B524C275-8A3A-441E-8E3C-9091513B798B}">
      <dgm:prSet/>
      <dgm:spPr/>
      <dgm:t>
        <a:bodyPr/>
        <a:lstStyle/>
        <a:p>
          <a:endParaRPr lang="en-US"/>
        </a:p>
      </dgm:t>
    </dgm:pt>
    <dgm:pt modelId="{71ABC440-EBF9-4C5D-9892-B184D43C9315}">
      <dgm:prSet phldrT="[Text]"/>
      <dgm:spPr/>
      <dgm:t>
        <a:bodyPr/>
        <a:lstStyle/>
        <a:p>
          <a:r>
            <a:rPr lang="en-US" dirty="0" smtClean="0"/>
            <a:t>Sensor detects it</a:t>
          </a:r>
          <a:endParaRPr lang="en-US" dirty="0"/>
        </a:p>
      </dgm:t>
    </dgm:pt>
    <dgm:pt modelId="{36B815FF-3275-4180-90B0-B15AE788C343}" type="parTrans" cxnId="{5BA690E6-6B70-477D-8FC0-C54F48C91427}">
      <dgm:prSet/>
      <dgm:spPr/>
      <dgm:t>
        <a:bodyPr/>
        <a:lstStyle/>
        <a:p>
          <a:endParaRPr lang="en-US"/>
        </a:p>
      </dgm:t>
    </dgm:pt>
    <dgm:pt modelId="{AD3F8664-0D7F-4AF8-8B7E-ECCF76651A54}" type="sibTrans" cxnId="{5BA690E6-6B70-477D-8FC0-C54F48C91427}">
      <dgm:prSet/>
      <dgm:spPr/>
      <dgm:t>
        <a:bodyPr/>
        <a:lstStyle/>
        <a:p>
          <a:endParaRPr lang="en-US"/>
        </a:p>
      </dgm:t>
    </dgm:pt>
    <dgm:pt modelId="{164420FA-20BD-43CB-B095-F0F589B5DC03}">
      <dgm:prSet phldrT="[Text]"/>
      <dgm:spPr/>
      <dgm:t>
        <a:bodyPr/>
        <a:lstStyle/>
        <a:p>
          <a:r>
            <a:rPr lang="en-US" dirty="0" smtClean="0"/>
            <a:t>ATMega32 opens valve</a:t>
          </a:r>
          <a:endParaRPr lang="en-US" dirty="0"/>
        </a:p>
      </dgm:t>
    </dgm:pt>
    <dgm:pt modelId="{659045EE-0A08-4A3A-A549-B6B554EB8324}" type="parTrans" cxnId="{E76BBF87-AEBE-492B-A039-27639B9E5C44}">
      <dgm:prSet/>
      <dgm:spPr/>
      <dgm:t>
        <a:bodyPr/>
        <a:lstStyle/>
        <a:p>
          <a:endParaRPr lang="en-US"/>
        </a:p>
      </dgm:t>
    </dgm:pt>
    <dgm:pt modelId="{BB1A6DCF-D878-4510-AF49-1B9EE537C38D}" type="sibTrans" cxnId="{E76BBF87-AEBE-492B-A039-27639B9E5C44}">
      <dgm:prSet/>
      <dgm:spPr/>
      <dgm:t>
        <a:bodyPr/>
        <a:lstStyle/>
        <a:p>
          <a:endParaRPr lang="en-US"/>
        </a:p>
      </dgm:t>
    </dgm:pt>
    <dgm:pt modelId="{60DA2071-B907-46D5-AFBA-DCC391FA0487}" type="pres">
      <dgm:prSet presAssocID="{788BD466-1FA0-43FC-8673-3A85C9EBC7DD}" presName="CompostProcess" presStyleCnt="0">
        <dgm:presLayoutVars>
          <dgm:dir/>
          <dgm:resizeHandles val="exact"/>
        </dgm:presLayoutVars>
      </dgm:prSet>
      <dgm:spPr/>
    </dgm:pt>
    <dgm:pt modelId="{50364257-CF80-4875-B4E3-1B194AA05AD1}" type="pres">
      <dgm:prSet presAssocID="{788BD466-1FA0-43FC-8673-3A85C9EBC7DD}" presName="arrow" presStyleLbl="bgShp" presStyleIdx="0" presStyleCnt="1" custScaleX="117647" custLinFactNeighborX="13872" custLinFactNeighborY="63415"/>
      <dgm:spPr/>
      <dgm:t>
        <a:bodyPr/>
        <a:lstStyle/>
        <a:p>
          <a:endParaRPr lang="en-US"/>
        </a:p>
      </dgm:t>
    </dgm:pt>
    <dgm:pt modelId="{0CDE6CDC-CFEB-4652-8DB7-EC8C2C2A4AB1}" type="pres">
      <dgm:prSet presAssocID="{788BD466-1FA0-43FC-8673-3A85C9EBC7DD}" presName="linearProcess" presStyleCnt="0"/>
      <dgm:spPr/>
    </dgm:pt>
    <dgm:pt modelId="{4CE80F02-2433-4226-BACD-868E1B698730}" type="pres">
      <dgm:prSet presAssocID="{0749F7ED-504E-479C-BEDE-DC3DBA23A645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EDE4EE-C1D3-4D7F-B0B8-9FC05D6F2DF7}" type="pres">
      <dgm:prSet presAssocID="{C2F8623B-A97E-4D5E-B2F5-5B2DB808457A}" presName="sibTrans" presStyleCnt="0"/>
      <dgm:spPr/>
    </dgm:pt>
    <dgm:pt modelId="{9A6D470A-25EE-42A6-85CA-59736C7A1A00}" type="pres">
      <dgm:prSet presAssocID="{71ABC440-EBF9-4C5D-9892-B184D43C9315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9D500D-B997-4641-A776-B1BCCF2ED647}" type="pres">
      <dgm:prSet presAssocID="{AD3F8664-0D7F-4AF8-8B7E-ECCF76651A54}" presName="sibTrans" presStyleCnt="0"/>
      <dgm:spPr/>
    </dgm:pt>
    <dgm:pt modelId="{62B51D35-76AF-4C90-A26D-3B6D7BCDC69B}" type="pres">
      <dgm:prSet presAssocID="{164420FA-20BD-43CB-B095-F0F589B5DC03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DB02A8-FB15-432B-9E7E-3665D6F3CF1D}" type="pres">
      <dgm:prSet presAssocID="{BB1A6DCF-D878-4510-AF49-1B9EE537C38D}" presName="sibTrans" presStyleCnt="0"/>
      <dgm:spPr/>
    </dgm:pt>
    <dgm:pt modelId="{4984EDB5-AB82-41BE-8E23-C404172A854D}" type="pres">
      <dgm:prSet presAssocID="{BD406899-0A57-448E-B904-BD8FB3532C5F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2A5304-D6AF-4F70-AF9F-C08FFF87B13C}" type="pres">
      <dgm:prSet presAssocID="{DCA5280A-70B1-4424-839E-0A50FA90AADE}" presName="sibTrans" presStyleCnt="0"/>
      <dgm:spPr/>
    </dgm:pt>
    <dgm:pt modelId="{B5D5A8A9-493D-4674-8817-3AF87E4AD17A}" type="pres">
      <dgm:prSet presAssocID="{B98BFFEE-A124-4055-A75F-DC6F4FC3C6CC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A690E6-6B70-477D-8FC0-C54F48C91427}" srcId="{788BD466-1FA0-43FC-8673-3A85C9EBC7DD}" destId="{71ABC440-EBF9-4C5D-9892-B184D43C9315}" srcOrd="1" destOrd="0" parTransId="{36B815FF-3275-4180-90B0-B15AE788C343}" sibTransId="{AD3F8664-0D7F-4AF8-8B7E-ECCF76651A54}"/>
    <dgm:cxn modelId="{E76BBF87-AEBE-492B-A039-27639B9E5C44}" srcId="{788BD466-1FA0-43FC-8673-3A85C9EBC7DD}" destId="{164420FA-20BD-43CB-B095-F0F589B5DC03}" srcOrd="2" destOrd="0" parTransId="{659045EE-0A08-4A3A-A549-B6B554EB8324}" sibTransId="{BB1A6DCF-D878-4510-AF49-1B9EE537C38D}"/>
    <dgm:cxn modelId="{2B66FA69-F017-4831-AC55-58D670D1FE18}" type="presOf" srcId="{164420FA-20BD-43CB-B095-F0F589B5DC03}" destId="{62B51D35-76AF-4C90-A26D-3B6D7BCDC69B}" srcOrd="0" destOrd="0" presId="urn:microsoft.com/office/officeart/2005/8/layout/hProcess9"/>
    <dgm:cxn modelId="{B524C275-8A3A-441E-8E3C-9091513B798B}" srcId="{788BD466-1FA0-43FC-8673-3A85C9EBC7DD}" destId="{B98BFFEE-A124-4055-A75F-DC6F4FC3C6CC}" srcOrd="4" destOrd="0" parTransId="{11E6901B-2E12-404C-959C-E08B30EF6B8B}" sibTransId="{F8A70BDE-C3C1-42DD-BF44-36037E187345}"/>
    <dgm:cxn modelId="{087A6D1C-FFC9-481D-B626-4DF1E6ADD3BE}" type="presOf" srcId="{788BD466-1FA0-43FC-8673-3A85C9EBC7DD}" destId="{60DA2071-B907-46D5-AFBA-DCC391FA0487}" srcOrd="0" destOrd="0" presId="urn:microsoft.com/office/officeart/2005/8/layout/hProcess9"/>
    <dgm:cxn modelId="{C2C0EDCC-4EC7-46B5-A7EB-EC0158B016A6}" srcId="{788BD466-1FA0-43FC-8673-3A85C9EBC7DD}" destId="{BD406899-0A57-448E-B904-BD8FB3532C5F}" srcOrd="3" destOrd="0" parTransId="{5F7CD1B7-87F7-4FC2-A8AC-9D652A8300BF}" sibTransId="{DCA5280A-70B1-4424-839E-0A50FA90AADE}"/>
    <dgm:cxn modelId="{33B36481-99D1-44CF-B526-E7AF4252097C}" srcId="{788BD466-1FA0-43FC-8673-3A85C9EBC7DD}" destId="{0749F7ED-504E-479C-BEDE-DC3DBA23A645}" srcOrd="0" destOrd="0" parTransId="{E8F236AA-9103-463E-8EDD-B9CDF1477FA5}" sibTransId="{C2F8623B-A97E-4D5E-B2F5-5B2DB808457A}"/>
    <dgm:cxn modelId="{7BAD5035-EC8A-449E-B2E1-738349F7A1B2}" type="presOf" srcId="{0749F7ED-504E-479C-BEDE-DC3DBA23A645}" destId="{4CE80F02-2433-4226-BACD-868E1B698730}" srcOrd="0" destOrd="0" presId="urn:microsoft.com/office/officeart/2005/8/layout/hProcess9"/>
    <dgm:cxn modelId="{32CF475B-560A-4021-9898-107E2EB80717}" type="presOf" srcId="{BD406899-0A57-448E-B904-BD8FB3532C5F}" destId="{4984EDB5-AB82-41BE-8E23-C404172A854D}" srcOrd="0" destOrd="0" presId="urn:microsoft.com/office/officeart/2005/8/layout/hProcess9"/>
    <dgm:cxn modelId="{3F2E5C16-3E16-4159-BB2D-4EFF42968A1B}" type="presOf" srcId="{71ABC440-EBF9-4C5D-9892-B184D43C9315}" destId="{9A6D470A-25EE-42A6-85CA-59736C7A1A00}" srcOrd="0" destOrd="0" presId="urn:microsoft.com/office/officeart/2005/8/layout/hProcess9"/>
    <dgm:cxn modelId="{B513AA4B-009B-41A4-B569-E22BF5D789B1}" type="presOf" srcId="{B98BFFEE-A124-4055-A75F-DC6F4FC3C6CC}" destId="{B5D5A8A9-493D-4674-8817-3AF87E4AD17A}" srcOrd="0" destOrd="0" presId="urn:microsoft.com/office/officeart/2005/8/layout/hProcess9"/>
    <dgm:cxn modelId="{8E80B7E1-6FD7-42B8-AF97-FC1BE933AD34}" type="presParOf" srcId="{60DA2071-B907-46D5-AFBA-DCC391FA0487}" destId="{50364257-CF80-4875-B4E3-1B194AA05AD1}" srcOrd="0" destOrd="0" presId="urn:microsoft.com/office/officeart/2005/8/layout/hProcess9"/>
    <dgm:cxn modelId="{28379802-086E-40AE-A477-7F88C353038E}" type="presParOf" srcId="{60DA2071-B907-46D5-AFBA-DCC391FA0487}" destId="{0CDE6CDC-CFEB-4652-8DB7-EC8C2C2A4AB1}" srcOrd="1" destOrd="0" presId="urn:microsoft.com/office/officeart/2005/8/layout/hProcess9"/>
    <dgm:cxn modelId="{23AAFC0B-8A83-41A9-B58D-2AE6689553E6}" type="presParOf" srcId="{0CDE6CDC-CFEB-4652-8DB7-EC8C2C2A4AB1}" destId="{4CE80F02-2433-4226-BACD-868E1B698730}" srcOrd="0" destOrd="0" presId="urn:microsoft.com/office/officeart/2005/8/layout/hProcess9"/>
    <dgm:cxn modelId="{A7EDA96F-A377-490E-86A9-6D250A11B1E1}" type="presParOf" srcId="{0CDE6CDC-CFEB-4652-8DB7-EC8C2C2A4AB1}" destId="{C6EDE4EE-C1D3-4D7F-B0B8-9FC05D6F2DF7}" srcOrd="1" destOrd="0" presId="urn:microsoft.com/office/officeart/2005/8/layout/hProcess9"/>
    <dgm:cxn modelId="{04C70149-9840-4686-AA43-21AF1EC61E2A}" type="presParOf" srcId="{0CDE6CDC-CFEB-4652-8DB7-EC8C2C2A4AB1}" destId="{9A6D470A-25EE-42A6-85CA-59736C7A1A00}" srcOrd="2" destOrd="0" presId="urn:microsoft.com/office/officeart/2005/8/layout/hProcess9"/>
    <dgm:cxn modelId="{3E66ECA6-9464-4262-8A04-EA3534A85A18}" type="presParOf" srcId="{0CDE6CDC-CFEB-4652-8DB7-EC8C2C2A4AB1}" destId="{BB9D500D-B997-4641-A776-B1BCCF2ED647}" srcOrd="3" destOrd="0" presId="urn:microsoft.com/office/officeart/2005/8/layout/hProcess9"/>
    <dgm:cxn modelId="{D2700B85-BD5B-4E1D-A190-6F7EDE823C83}" type="presParOf" srcId="{0CDE6CDC-CFEB-4652-8DB7-EC8C2C2A4AB1}" destId="{62B51D35-76AF-4C90-A26D-3B6D7BCDC69B}" srcOrd="4" destOrd="0" presId="urn:microsoft.com/office/officeart/2005/8/layout/hProcess9"/>
    <dgm:cxn modelId="{C7030A01-937D-4347-B7A2-B886321CDF34}" type="presParOf" srcId="{0CDE6CDC-CFEB-4652-8DB7-EC8C2C2A4AB1}" destId="{43DB02A8-FB15-432B-9E7E-3665D6F3CF1D}" srcOrd="5" destOrd="0" presId="urn:microsoft.com/office/officeart/2005/8/layout/hProcess9"/>
    <dgm:cxn modelId="{C29E4DFF-82A7-486D-9B30-0E4742C3EE09}" type="presParOf" srcId="{0CDE6CDC-CFEB-4652-8DB7-EC8C2C2A4AB1}" destId="{4984EDB5-AB82-41BE-8E23-C404172A854D}" srcOrd="6" destOrd="0" presId="urn:microsoft.com/office/officeart/2005/8/layout/hProcess9"/>
    <dgm:cxn modelId="{B5A7D9BB-3EB5-404C-8A47-2BFF904050B9}" type="presParOf" srcId="{0CDE6CDC-CFEB-4652-8DB7-EC8C2C2A4AB1}" destId="{822A5304-D6AF-4F70-AF9F-C08FFF87B13C}" srcOrd="7" destOrd="0" presId="urn:microsoft.com/office/officeart/2005/8/layout/hProcess9"/>
    <dgm:cxn modelId="{65722E37-CB79-4180-AB91-CBCA1F2FC797}" type="presParOf" srcId="{0CDE6CDC-CFEB-4652-8DB7-EC8C2C2A4AB1}" destId="{B5D5A8A9-493D-4674-8817-3AF87E4AD17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8BD466-1FA0-43FC-8673-3A85C9EBC7DD}" type="doc">
      <dgm:prSet loTypeId="urn:microsoft.com/office/officeart/2005/8/layout/hProcess9" loCatId="process" qsTypeId="urn:microsoft.com/office/officeart/2005/8/quickstyle/3d1" qsCatId="3D" csTypeId="urn:microsoft.com/office/officeart/2005/8/colors/colorful1" csCatId="colorful" phldr="1"/>
      <dgm:spPr/>
    </dgm:pt>
    <dgm:pt modelId="{0749F7ED-504E-479C-BEDE-DC3DBA23A645}">
      <dgm:prSet phldrT="[Text]"/>
      <dgm:spPr/>
      <dgm:t>
        <a:bodyPr/>
        <a:lstStyle/>
        <a:p>
          <a:r>
            <a:rPr lang="en-US" dirty="0" smtClean="0"/>
            <a:t>Water level low</a:t>
          </a:r>
          <a:endParaRPr lang="en-US" dirty="0"/>
        </a:p>
      </dgm:t>
    </dgm:pt>
    <dgm:pt modelId="{E8F236AA-9103-463E-8EDD-B9CDF1477FA5}" type="parTrans" cxnId="{33B36481-99D1-44CF-B526-E7AF4252097C}">
      <dgm:prSet/>
      <dgm:spPr/>
      <dgm:t>
        <a:bodyPr/>
        <a:lstStyle/>
        <a:p>
          <a:endParaRPr lang="en-US"/>
        </a:p>
      </dgm:t>
    </dgm:pt>
    <dgm:pt modelId="{C2F8623B-A97E-4D5E-B2F5-5B2DB808457A}" type="sibTrans" cxnId="{33B36481-99D1-44CF-B526-E7AF4252097C}">
      <dgm:prSet/>
      <dgm:spPr/>
      <dgm:t>
        <a:bodyPr/>
        <a:lstStyle/>
        <a:p>
          <a:endParaRPr lang="en-US"/>
        </a:p>
      </dgm:t>
    </dgm:pt>
    <dgm:pt modelId="{BD406899-0A57-448E-B904-BD8FB3532C5F}">
      <dgm:prSet phldrT="[Text]"/>
      <dgm:spPr/>
      <dgm:t>
        <a:bodyPr/>
        <a:lstStyle/>
        <a:p>
          <a:r>
            <a:rPr lang="en-US" dirty="0" smtClean="0"/>
            <a:t>Empties old water and opens refill valve</a:t>
          </a:r>
          <a:endParaRPr lang="en-US" dirty="0"/>
        </a:p>
      </dgm:t>
    </dgm:pt>
    <dgm:pt modelId="{5F7CD1B7-87F7-4FC2-A8AC-9D652A8300BF}" type="parTrans" cxnId="{C2C0EDCC-4EC7-46B5-A7EB-EC0158B016A6}">
      <dgm:prSet/>
      <dgm:spPr/>
      <dgm:t>
        <a:bodyPr/>
        <a:lstStyle/>
        <a:p>
          <a:endParaRPr lang="en-US"/>
        </a:p>
      </dgm:t>
    </dgm:pt>
    <dgm:pt modelId="{DCA5280A-70B1-4424-839E-0A50FA90AADE}" type="sibTrans" cxnId="{C2C0EDCC-4EC7-46B5-A7EB-EC0158B016A6}">
      <dgm:prSet/>
      <dgm:spPr/>
      <dgm:t>
        <a:bodyPr/>
        <a:lstStyle/>
        <a:p>
          <a:endParaRPr lang="en-US"/>
        </a:p>
      </dgm:t>
    </dgm:pt>
    <dgm:pt modelId="{B98BFFEE-A124-4055-A75F-DC6F4FC3C6CC}">
      <dgm:prSet phldrT="[Text]"/>
      <dgm:spPr/>
      <dgm:t>
        <a:bodyPr/>
        <a:lstStyle/>
        <a:p>
          <a:r>
            <a:rPr lang="en-US" dirty="0" smtClean="0"/>
            <a:t>Fills to </a:t>
          </a:r>
          <a:r>
            <a:rPr lang="en-US" dirty="0" err="1" smtClean="0"/>
            <a:t>tequired</a:t>
          </a:r>
          <a:r>
            <a:rPr lang="en-US" dirty="0" smtClean="0"/>
            <a:t> level, then, Closes value</a:t>
          </a:r>
          <a:endParaRPr lang="en-US" dirty="0"/>
        </a:p>
      </dgm:t>
    </dgm:pt>
    <dgm:pt modelId="{11E6901B-2E12-404C-959C-E08B30EF6B8B}" type="parTrans" cxnId="{B524C275-8A3A-441E-8E3C-9091513B798B}">
      <dgm:prSet/>
      <dgm:spPr/>
      <dgm:t>
        <a:bodyPr/>
        <a:lstStyle/>
        <a:p>
          <a:endParaRPr lang="en-US"/>
        </a:p>
      </dgm:t>
    </dgm:pt>
    <dgm:pt modelId="{F8A70BDE-C3C1-42DD-BF44-36037E187345}" type="sibTrans" cxnId="{B524C275-8A3A-441E-8E3C-9091513B798B}">
      <dgm:prSet/>
      <dgm:spPr/>
      <dgm:t>
        <a:bodyPr/>
        <a:lstStyle/>
        <a:p>
          <a:endParaRPr lang="en-US"/>
        </a:p>
      </dgm:t>
    </dgm:pt>
    <dgm:pt modelId="{71ABC440-EBF9-4C5D-9892-B184D43C9315}">
      <dgm:prSet phldrT="[Text]"/>
      <dgm:spPr/>
      <dgm:t>
        <a:bodyPr/>
        <a:lstStyle/>
        <a:p>
          <a:r>
            <a:rPr lang="en-US" dirty="0" smtClean="0"/>
            <a:t>Sensor detects it</a:t>
          </a:r>
          <a:endParaRPr lang="en-US" dirty="0"/>
        </a:p>
      </dgm:t>
    </dgm:pt>
    <dgm:pt modelId="{36B815FF-3275-4180-90B0-B15AE788C343}" type="parTrans" cxnId="{5BA690E6-6B70-477D-8FC0-C54F48C91427}">
      <dgm:prSet/>
      <dgm:spPr/>
      <dgm:t>
        <a:bodyPr/>
        <a:lstStyle/>
        <a:p>
          <a:endParaRPr lang="en-US"/>
        </a:p>
      </dgm:t>
    </dgm:pt>
    <dgm:pt modelId="{AD3F8664-0D7F-4AF8-8B7E-ECCF76651A54}" type="sibTrans" cxnId="{5BA690E6-6B70-477D-8FC0-C54F48C91427}">
      <dgm:prSet/>
      <dgm:spPr/>
      <dgm:t>
        <a:bodyPr/>
        <a:lstStyle/>
        <a:p>
          <a:endParaRPr lang="en-US"/>
        </a:p>
      </dgm:t>
    </dgm:pt>
    <dgm:pt modelId="{164420FA-20BD-43CB-B095-F0F589B5DC03}">
      <dgm:prSet phldrT="[Text]"/>
      <dgm:spPr/>
      <dgm:t>
        <a:bodyPr/>
        <a:lstStyle/>
        <a:p>
          <a:r>
            <a:rPr lang="en-US" dirty="0" smtClean="0"/>
            <a:t>ATMega32 turns pump on</a:t>
          </a:r>
          <a:endParaRPr lang="en-US" dirty="0"/>
        </a:p>
      </dgm:t>
    </dgm:pt>
    <dgm:pt modelId="{659045EE-0A08-4A3A-A549-B6B554EB8324}" type="parTrans" cxnId="{E76BBF87-AEBE-492B-A039-27639B9E5C44}">
      <dgm:prSet/>
      <dgm:spPr/>
      <dgm:t>
        <a:bodyPr/>
        <a:lstStyle/>
        <a:p>
          <a:endParaRPr lang="en-US"/>
        </a:p>
      </dgm:t>
    </dgm:pt>
    <dgm:pt modelId="{BB1A6DCF-D878-4510-AF49-1B9EE537C38D}" type="sibTrans" cxnId="{E76BBF87-AEBE-492B-A039-27639B9E5C44}">
      <dgm:prSet/>
      <dgm:spPr/>
      <dgm:t>
        <a:bodyPr/>
        <a:lstStyle/>
        <a:p>
          <a:endParaRPr lang="en-US"/>
        </a:p>
      </dgm:t>
    </dgm:pt>
    <dgm:pt modelId="{60DA2071-B907-46D5-AFBA-DCC391FA0487}" type="pres">
      <dgm:prSet presAssocID="{788BD466-1FA0-43FC-8673-3A85C9EBC7DD}" presName="CompostProcess" presStyleCnt="0">
        <dgm:presLayoutVars>
          <dgm:dir/>
          <dgm:resizeHandles val="exact"/>
        </dgm:presLayoutVars>
      </dgm:prSet>
      <dgm:spPr/>
    </dgm:pt>
    <dgm:pt modelId="{50364257-CF80-4875-B4E3-1B194AA05AD1}" type="pres">
      <dgm:prSet presAssocID="{788BD466-1FA0-43FC-8673-3A85C9EBC7DD}" presName="arrow" presStyleLbl="bgShp" presStyleIdx="0" presStyleCnt="1" custScaleX="117647" custLinFactNeighborX="13872" custLinFactNeighborY="63415"/>
      <dgm:spPr/>
      <dgm:t>
        <a:bodyPr/>
        <a:lstStyle/>
        <a:p>
          <a:endParaRPr lang="en-US"/>
        </a:p>
      </dgm:t>
    </dgm:pt>
    <dgm:pt modelId="{0CDE6CDC-CFEB-4652-8DB7-EC8C2C2A4AB1}" type="pres">
      <dgm:prSet presAssocID="{788BD466-1FA0-43FC-8673-3A85C9EBC7DD}" presName="linearProcess" presStyleCnt="0"/>
      <dgm:spPr/>
    </dgm:pt>
    <dgm:pt modelId="{4CE80F02-2433-4226-BACD-868E1B698730}" type="pres">
      <dgm:prSet presAssocID="{0749F7ED-504E-479C-BEDE-DC3DBA23A645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EDE4EE-C1D3-4D7F-B0B8-9FC05D6F2DF7}" type="pres">
      <dgm:prSet presAssocID="{C2F8623B-A97E-4D5E-B2F5-5B2DB808457A}" presName="sibTrans" presStyleCnt="0"/>
      <dgm:spPr/>
    </dgm:pt>
    <dgm:pt modelId="{9A6D470A-25EE-42A6-85CA-59736C7A1A00}" type="pres">
      <dgm:prSet presAssocID="{71ABC440-EBF9-4C5D-9892-B184D43C9315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9D500D-B997-4641-A776-B1BCCF2ED647}" type="pres">
      <dgm:prSet presAssocID="{AD3F8664-0D7F-4AF8-8B7E-ECCF76651A54}" presName="sibTrans" presStyleCnt="0"/>
      <dgm:spPr/>
    </dgm:pt>
    <dgm:pt modelId="{62B51D35-76AF-4C90-A26D-3B6D7BCDC69B}" type="pres">
      <dgm:prSet presAssocID="{164420FA-20BD-43CB-B095-F0F589B5DC03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DB02A8-FB15-432B-9E7E-3665D6F3CF1D}" type="pres">
      <dgm:prSet presAssocID="{BB1A6DCF-D878-4510-AF49-1B9EE537C38D}" presName="sibTrans" presStyleCnt="0"/>
      <dgm:spPr/>
    </dgm:pt>
    <dgm:pt modelId="{4984EDB5-AB82-41BE-8E23-C404172A854D}" type="pres">
      <dgm:prSet presAssocID="{BD406899-0A57-448E-B904-BD8FB3532C5F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2A5304-D6AF-4F70-AF9F-C08FFF87B13C}" type="pres">
      <dgm:prSet presAssocID="{DCA5280A-70B1-4424-839E-0A50FA90AADE}" presName="sibTrans" presStyleCnt="0"/>
      <dgm:spPr/>
    </dgm:pt>
    <dgm:pt modelId="{B5D5A8A9-493D-4674-8817-3AF87E4AD17A}" type="pres">
      <dgm:prSet presAssocID="{B98BFFEE-A124-4055-A75F-DC6F4FC3C6CC}" presName="textNode" presStyleLbl="node1" presStyleIdx="4" presStyleCnt="5" custLinFactNeighborX="107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A690E6-6B70-477D-8FC0-C54F48C91427}" srcId="{788BD466-1FA0-43FC-8673-3A85C9EBC7DD}" destId="{71ABC440-EBF9-4C5D-9892-B184D43C9315}" srcOrd="1" destOrd="0" parTransId="{36B815FF-3275-4180-90B0-B15AE788C343}" sibTransId="{AD3F8664-0D7F-4AF8-8B7E-ECCF76651A54}"/>
    <dgm:cxn modelId="{E76BBF87-AEBE-492B-A039-27639B9E5C44}" srcId="{788BD466-1FA0-43FC-8673-3A85C9EBC7DD}" destId="{164420FA-20BD-43CB-B095-F0F589B5DC03}" srcOrd="2" destOrd="0" parTransId="{659045EE-0A08-4A3A-A549-B6B554EB8324}" sibTransId="{BB1A6DCF-D878-4510-AF49-1B9EE537C38D}"/>
    <dgm:cxn modelId="{AD163EE2-8F9B-4C08-9163-5E1BBA68F9DF}" type="presOf" srcId="{71ABC440-EBF9-4C5D-9892-B184D43C9315}" destId="{9A6D470A-25EE-42A6-85CA-59736C7A1A00}" srcOrd="0" destOrd="0" presId="urn:microsoft.com/office/officeart/2005/8/layout/hProcess9"/>
    <dgm:cxn modelId="{15B8D807-400E-4C87-A9C3-797A889BA87B}" type="presOf" srcId="{B98BFFEE-A124-4055-A75F-DC6F4FC3C6CC}" destId="{B5D5A8A9-493D-4674-8817-3AF87E4AD17A}" srcOrd="0" destOrd="0" presId="urn:microsoft.com/office/officeart/2005/8/layout/hProcess9"/>
    <dgm:cxn modelId="{B524C275-8A3A-441E-8E3C-9091513B798B}" srcId="{788BD466-1FA0-43FC-8673-3A85C9EBC7DD}" destId="{B98BFFEE-A124-4055-A75F-DC6F4FC3C6CC}" srcOrd="4" destOrd="0" parTransId="{11E6901B-2E12-404C-959C-E08B30EF6B8B}" sibTransId="{F8A70BDE-C3C1-42DD-BF44-36037E187345}"/>
    <dgm:cxn modelId="{639EEC32-B029-424A-87CC-1DCDBC8F8E1D}" type="presOf" srcId="{BD406899-0A57-448E-B904-BD8FB3532C5F}" destId="{4984EDB5-AB82-41BE-8E23-C404172A854D}" srcOrd="0" destOrd="0" presId="urn:microsoft.com/office/officeart/2005/8/layout/hProcess9"/>
    <dgm:cxn modelId="{C2C0EDCC-4EC7-46B5-A7EB-EC0158B016A6}" srcId="{788BD466-1FA0-43FC-8673-3A85C9EBC7DD}" destId="{BD406899-0A57-448E-B904-BD8FB3532C5F}" srcOrd="3" destOrd="0" parTransId="{5F7CD1B7-87F7-4FC2-A8AC-9D652A8300BF}" sibTransId="{DCA5280A-70B1-4424-839E-0A50FA90AADE}"/>
    <dgm:cxn modelId="{33B36481-99D1-44CF-B526-E7AF4252097C}" srcId="{788BD466-1FA0-43FC-8673-3A85C9EBC7DD}" destId="{0749F7ED-504E-479C-BEDE-DC3DBA23A645}" srcOrd="0" destOrd="0" parTransId="{E8F236AA-9103-463E-8EDD-B9CDF1477FA5}" sibTransId="{C2F8623B-A97E-4D5E-B2F5-5B2DB808457A}"/>
    <dgm:cxn modelId="{5A32A0E1-A62A-47AA-9577-F4A98E9ECB97}" type="presOf" srcId="{164420FA-20BD-43CB-B095-F0F589B5DC03}" destId="{62B51D35-76AF-4C90-A26D-3B6D7BCDC69B}" srcOrd="0" destOrd="0" presId="urn:microsoft.com/office/officeart/2005/8/layout/hProcess9"/>
    <dgm:cxn modelId="{014E36E3-F6B0-46D5-8062-58EBAA4C189C}" type="presOf" srcId="{0749F7ED-504E-479C-BEDE-DC3DBA23A645}" destId="{4CE80F02-2433-4226-BACD-868E1B698730}" srcOrd="0" destOrd="0" presId="urn:microsoft.com/office/officeart/2005/8/layout/hProcess9"/>
    <dgm:cxn modelId="{CD3DA0FD-1F79-43F5-A120-4A7F2426492F}" type="presOf" srcId="{788BD466-1FA0-43FC-8673-3A85C9EBC7DD}" destId="{60DA2071-B907-46D5-AFBA-DCC391FA0487}" srcOrd="0" destOrd="0" presId="urn:microsoft.com/office/officeart/2005/8/layout/hProcess9"/>
    <dgm:cxn modelId="{E0019DA2-41F9-4A36-AF23-FD4A3E967E9A}" type="presParOf" srcId="{60DA2071-B907-46D5-AFBA-DCC391FA0487}" destId="{50364257-CF80-4875-B4E3-1B194AA05AD1}" srcOrd="0" destOrd="0" presId="urn:microsoft.com/office/officeart/2005/8/layout/hProcess9"/>
    <dgm:cxn modelId="{5D6C719E-7A7D-4108-BBBB-62669F420B40}" type="presParOf" srcId="{60DA2071-B907-46D5-AFBA-DCC391FA0487}" destId="{0CDE6CDC-CFEB-4652-8DB7-EC8C2C2A4AB1}" srcOrd="1" destOrd="0" presId="urn:microsoft.com/office/officeart/2005/8/layout/hProcess9"/>
    <dgm:cxn modelId="{F5F12F4F-DAD8-41AE-95EC-EE2EDDDCF9AF}" type="presParOf" srcId="{0CDE6CDC-CFEB-4652-8DB7-EC8C2C2A4AB1}" destId="{4CE80F02-2433-4226-BACD-868E1B698730}" srcOrd="0" destOrd="0" presId="urn:microsoft.com/office/officeart/2005/8/layout/hProcess9"/>
    <dgm:cxn modelId="{1C429ACC-8521-4C80-A864-B18E776A72D5}" type="presParOf" srcId="{0CDE6CDC-CFEB-4652-8DB7-EC8C2C2A4AB1}" destId="{C6EDE4EE-C1D3-4D7F-B0B8-9FC05D6F2DF7}" srcOrd="1" destOrd="0" presId="urn:microsoft.com/office/officeart/2005/8/layout/hProcess9"/>
    <dgm:cxn modelId="{EB57D5AB-BF11-4BD0-8096-0B009870E832}" type="presParOf" srcId="{0CDE6CDC-CFEB-4652-8DB7-EC8C2C2A4AB1}" destId="{9A6D470A-25EE-42A6-85CA-59736C7A1A00}" srcOrd="2" destOrd="0" presId="urn:microsoft.com/office/officeart/2005/8/layout/hProcess9"/>
    <dgm:cxn modelId="{65E427F9-F85A-424E-B708-A1F415923915}" type="presParOf" srcId="{0CDE6CDC-CFEB-4652-8DB7-EC8C2C2A4AB1}" destId="{BB9D500D-B997-4641-A776-B1BCCF2ED647}" srcOrd="3" destOrd="0" presId="urn:microsoft.com/office/officeart/2005/8/layout/hProcess9"/>
    <dgm:cxn modelId="{46D10444-BAE5-455E-9951-51D89B108CF9}" type="presParOf" srcId="{0CDE6CDC-CFEB-4652-8DB7-EC8C2C2A4AB1}" destId="{62B51D35-76AF-4C90-A26D-3B6D7BCDC69B}" srcOrd="4" destOrd="0" presId="urn:microsoft.com/office/officeart/2005/8/layout/hProcess9"/>
    <dgm:cxn modelId="{8A49018F-A504-4AC5-9171-207E4E466608}" type="presParOf" srcId="{0CDE6CDC-CFEB-4652-8DB7-EC8C2C2A4AB1}" destId="{43DB02A8-FB15-432B-9E7E-3665D6F3CF1D}" srcOrd="5" destOrd="0" presId="urn:microsoft.com/office/officeart/2005/8/layout/hProcess9"/>
    <dgm:cxn modelId="{23B9AAEC-60AB-4DBA-9604-08A3584CEBE7}" type="presParOf" srcId="{0CDE6CDC-CFEB-4652-8DB7-EC8C2C2A4AB1}" destId="{4984EDB5-AB82-41BE-8E23-C404172A854D}" srcOrd="6" destOrd="0" presId="urn:microsoft.com/office/officeart/2005/8/layout/hProcess9"/>
    <dgm:cxn modelId="{08C5BC54-7B1D-4374-BCB3-9F85A17F2251}" type="presParOf" srcId="{0CDE6CDC-CFEB-4652-8DB7-EC8C2C2A4AB1}" destId="{822A5304-D6AF-4F70-AF9F-C08FFF87B13C}" srcOrd="7" destOrd="0" presId="urn:microsoft.com/office/officeart/2005/8/layout/hProcess9"/>
    <dgm:cxn modelId="{8A577134-09F3-45B2-A6A5-BEFEEFD05423}" type="presParOf" srcId="{0CDE6CDC-CFEB-4652-8DB7-EC8C2C2A4AB1}" destId="{B5D5A8A9-493D-4674-8817-3AF87E4AD17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8BD466-1FA0-43FC-8673-3A85C9EBC7DD}" type="doc">
      <dgm:prSet loTypeId="urn:microsoft.com/office/officeart/2005/8/layout/hProcess9" loCatId="process" qsTypeId="urn:microsoft.com/office/officeart/2005/8/quickstyle/3d1" qsCatId="3D" csTypeId="urn:microsoft.com/office/officeart/2005/8/colors/colorful1" csCatId="colorful" phldr="1"/>
      <dgm:spPr/>
    </dgm:pt>
    <dgm:pt modelId="{0749F7ED-504E-479C-BEDE-DC3DBA23A645}">
      <dgm:prSet phldrT="[Text]"/>
      <dgm:spPr/>
      <dgm:t>
        <a:bodyPr/>
        <a:lstStyle/>
        <a:p>
          <a:r>
            <a:rPr lang="en-US" dirty="0" smtClean="0"/>
            <a:t>Timer reaches a fixed limit (such as 6 hours)</a:t>
          </a:r>
          <a:endParaRPr lang="en-US" dirty="0"/>
        </a:p>
      </dgm:t>
    </dgm:pt>
    <dgm:pt modelId="{E8F236AA-9103-463E-8EDD-B9CDF1477FA5}" type="parTrans" cxnId="{33B36481-99D1-44CF-B526-E7AF4252097C}">
      <dgm:prSet/>
      <dgm:spPr/>
      <dgm:t>
        <a:bodyPr/>
        <a:lstStyle/>
        <a:p>
          <a:endParaRPr lang="en-US"/>
        </a:p>
      </dgm:t>
    </dgm:pt>
    <dgm:pt modelId="{C2F8623B-A97E-4D5E-B2F5-5B2DB808457A}" type="sibTrans" cxnId="{33B36481-99D1-44CF-B526-E7AF4252097C}">
      <dgm:prSet/>
      <dgm:spPr/>
      <dgm:t>
        <a:bodyPr/>
        <a:lstStyle/>
        <a:p>
          <a:endParaRPr lang="en-US"/>
        </a:p>
      </dgm:t>
    </dgm:pt>
    <dgm:pt modelId="{BD406899-0A57-448E-B904-BD8FB3532C5F}">
      <dgm:prSet phldrT="[Text]"/>
      <dgm:spPr/>
      <dgm:t>
        <a:bodyPr/>
        <a:lstStyle/>
        <a:p>
          <a:r>
            <a:rPr lang="en-US" dirty="0" smtClean="0"/>
            <a:t>Rotates dispenser</a:t>
          </a:r>
          <a:endParaRPr lang="en-US" dirty="0"/>
        </a:p>
      </dgm:t>
    </dgm:pt>
    <dgm:pt modelId="{5F7CD1B7-87F7-4FC2-A8AC-9D652A8300BF}" type="parTrans" cxnId="{C2C0EDCC-4EC7-46B5-A7EB-EC0158B016A6}">
      <dgm:prSet/>
      <dgm:spPr/>
      <dgm:t>
        <a:bodyPr/>
        <a:lstStyle/>
        <a:p>
          <a:endParaRPr lang="en-US"/>
        </a:p>
      </dgm:t>
    </dgm:pt>
    <dgm:pt modelId="{DCA5280A-70B1-4424-839E-0A50FA90AADE}" type="sibTrans" cxnId="{C2C0EDCC-4EC7-46B5-A7EB-EC0158B016A6}">
      <dgm:prSet/>
      <dgm:spPr/>
      <dgm:t>
        <a:bodyPr/>
        <a:lstStyle/>
        <a:p>
          <a:endParaRPr lang="en-US"/>
        </a:p>
      </dgm:t>
    </dgm:pt>
    <dgm:pt modelId="{B98BFFEE-A124-4055-A75F-DC6F4FC3C6CC}">
      <dgm:prSet phldrT="[Text]"/>
      <dgm:spPr/>
      <dgm:t>
        <a:bodyPr/>
        <a:lstStyle/>
        <a:p>
          <a:r>
            <a:rPr lang="en-US" dirty="0" smtClean="0"/>
            <a:t>Drops cat food</a:t>
          </a:r>
          <a:endParaRPr lang="en-US" dirty="0"/>
        </a:p>
      </dgm:t>
    </dgm:pt>
    <dgm:pt modelId="{11E6901B-2E12-404C-959C-E08B30EF6B8B}" type="parTrans" cxnId="{B524C275-8A3A-441E-8E3C-9091513B798B}">
      <dgm:prSet/>
      <dgm:spPr/>
      <dgm:t>
        <a:bodyPr/>
        <a:lstStyle/>
        <a:p>
          <a:endParaRPr lang="en-US"/>
        </a:p>
      </dgm:t>
    </dgm:pt>
    <dgm:pt modelId="{F8A70BDE-C3C1-42DD-BF44-36037E187345}" type="sibTrans" cxnId="{B524C275-8A3A-441E-8E3C-9091513B798B}">
      <dgm:prSet/>
      <dgm:spPr/>
      <dgm:t>
        <a:bodyPr/>
        <a:lstStyle/>
        <a:p>
          <a:endParaRPr lang="en-US"/>
        </a:p>
      </dgm:t>
    </dgm:pt>
    <dgm:pt modelId="{71ABC440-EBF9-4C5D-9892-B184D43C9315}">
      <dgm:prSet phldrT="[Text]"/>
      <dgm:spPr/>
      <dgm:t>
        <a:bodyPr/>
        <a:lstStyle/>
        <a:p>
          <a:r>
            <a:rPr lang="en-US" dirty="0" smtClean="0"/>
            <a:t>ATmega32 activates motor</a:t>
          </a:r>
          <a:endParaRPr lang="en-US" dirty="0"/>
        </a:p>
      </dgm:t>
    </dgm:pt>
    <dgm:pt modelId="{36B815FF-3275-4180-90B0-B15AE788C343}" type="parTrans" cxnId="{5BA690E6-6B70-477D-8FC0-C54F48C91427}">
      <dgm:prSet/>
      <dgm:spPr/>
      <dgm:t>
        <a:bodyPr/>
        <a:lstStyle/>
        <a:p>
          <a:endParaRPr lang="en-US"/>
        </a:p>
      </dgm:t>
    </dgm:pt>
    <dgm:pt modelId="{AD3F8664-0D7F-4AF8-8B7E-ECCF76651A54}" type="sibTrans" cxnId="{5BA690E6-6B70-477D-8FC0-C54F48C91427}">
      <dgm:prSet/>
      <dgm:spPr/>
      <dgm:t>
        <a:bodyPr/>
        <a:lstStyle/>
        <a:p>
          <a:endParaRPr lang="en-US"/>
        </a:p>
      </dgm:t>
    </dgm:pt>
    <dgm:pt modelId="{60DA2071-B907-46D5-AFBA-DCC391FA0487}" type="pres">
      <dgm:prSet presAssocID="{788BD466-1FA0-43FC-8673-3A85C9EBC7DD}" presName="CompostProcess" presStyleCnt="0">
        <dgm:presLayoutVars>
          <dgm:dir/>
          <dgm:resizeHandles val="exact"/>
        </dgm:presLayoutVars>
      </dgm:prSet>
      <dgm:spPr/>
    </dgm:pt>
    <dgm:pt modelId="{50364257-CF80-4875-B4E3-1B194AA05AD1}" type="pres">
      <dgm:prSet presAssocID="{788BD466-1FA0-43FC-8673-3A85C9EBC7DD}" presName="arrow" presStyleLbl="bgShp" presStyleIdx="0" presStyleCnt="1" custScaleX="117647" custLinFactNeighborX="13872" custLinFactNeighborY="63415"/>
      <dgm:spPr/>
      <dgm:t>
        <a:bodyPr/>
        <a:lstStyle/>
        <a:p>
          <a:endParaRPr lang="en-US"/>
        </a:p>
      </dgm:t>
    </dgm:pt>
    <dgm:pt modelId="{0CDE6CDC-CFEB-4652-8DB7-EC8C2C2A4AB1}" type="pres">
      <dgm:prSet presAssocID="{788BD466-1FA0-43FC-8673-3A85C9EBC7DD}" presName="linearProcess" presStyleCnt="0"/>
      <dgm:spPr/>
    </dgm:pt>
    <dgm:pt modelId="{4CE80F02-2433-4226-BACD-868E1B698730}" type="pres">
      <dgm:prSet presAssocID="{0749F7ED-504E-479C-BEDE-DC3DBA23A645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EDE4EE-C1D3-4D7F-B0B8-9FC05D6F2DF7}" type="pres">
      <dgm:prSet presAssocID="{C2F8623B-A97E-4D5E-B2F5-5B2DB808457A}" presName="sibTrans" presStyleCnt="0"/>
      <dgm:spPr/>
    </dgm:pt>
    <dgm:pt modelId="{9A6D470A-25EE-42A6-85CA-59736C7A1A00}" type="pres">
      <dgm:prSet presAssocID="{71ABC440-EBF9-4C5D-9892-B184D43C9315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9D500D-B997-4641-A776-B1BCCF2ED647}" type="pres">
      <dgm:prSet presAssocID="{AD3F8664-0D7F-4AF8-8B7E-ECCF76651A54}" presName="sibTrans" presStyleCnt="0"/>
      <dgm:spPr/>
    </dgm:pt>
    <dgm:pt modelId="{4984EDB5-AB82-41BE-8E23-C404172A854D}" type="pres">
      <dgm:prSet presAssocID="{BD406899-0A57-448E-B904-BD8FB3532C5F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2A5304-D6AF-4F70-AF9F-C08FFF87B13C}" type="pres">
      <dgm:prSet presAssocID="{DCA5280A-70B1-4424-839E-0A50FA90AADE}" presName="sibTrans" presStyleCnt="0"/>
      <dgm:spPr/>
    </dgm:pt>
    <dgm:pt modelId="{B5D5A8A9-493D-4674-8817-3AF87E4AD17A}" type="pres">
      <dgm:prSet presAssocID="{B98BFFEE-A124-4055-A75F-DC6F4FC3C6CC}" presName="textNode" presStyleLbl="node1" presStyleIdx="3" presStyleCnt="4" custLinFactNeighborX="107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818B57-E852-4F04-8210-1DAE361148DB}" type="presOf" srcId="{788BD466-1FA0-43FC-8673-3A85C9EBC7DD}" destId="{60DA2071-B907-46D5-AFBA-DCC391FA0487}" srcOrd="0" destOrd="0" presId="urn:microsoft.com/office/officeart/2005/8/layout/hProcess9"/>
    <dgm:cxn modelId="{B524C275-8A3A-441E-8E3C-9091513B798B}" srcId="{788BD466-1FA0-43FC-8673-3A85C9EBC7DD}" destId="{B98BFFEE-A124-4055-A75F-DC6F4FC3C6CC}" srcOrd="3" destOrd="0" parTransId="{11E6901B-2E12-404C-959C-E08B30EF6B8B}" sibTransId="{F8A70BDE-C3C1-42DD-BF44-36037E187345}"/>
    <dgm:cxn modelId="{C2C0EDCC-4EC7-46B5-A7EB-EC0158B016A6}" srcId="{788BD466-1FA0-43FC-8673-3A85C9EBC7DD}" destId="{BD406899-0A57-448E-B904-BD8FB3532C5F}" srcOrd="2" destOrd="0" parTransId="{5F7CD1B7-87F7-4FC2-A8AC-9D652A8300BF}" sibTransId="{DCA5280A-70B1-4424-839E-0A50FA90AADE}"/>
    <dgm:cxn modelId="{BE2BF3B6-5F5F-47A7-981F-BDFC4E0A0531}" type="presOf" srcId="{0749F7ED-504E-479C-BEDE-DC3DBA23A645}" destId="{4CE80F02-2433-4226-BACD-868E1B698730}" srcOrd="0" destOrd="0" presId="urn:microsoft.com/office/officeart/2005/8/layout/hProcess9"/>
    <dgm:cxn modelId="{E71C1D03-74B1-42AB-B61D-0210933E45E0}" type="presOf" srcId="{BD406899-0A57-448E-B904-BD8FB3532C5F}" destId="{4984EDB5-AB82-41BE-8E23-C404172A854D}" srcOrd="0" destOrd="0" presId="urn:microsoft.com/office/officeart/2005/8/layout/hProcess9"/>
    <dgm:cxn modelId="{A9D7F199-3D4F-49A9-929F-45F41CFCAC54}" type="presOf" srcId="{71ABC440-EBF9-4C5D-9892-B184D43C9315}" destId="{9A6D470A-25EE-42A6-85CA-59736C7A1A00}" srcOrd="0" destOrd="0" presId="urn:microsoft.com/office/officeart/2005/8/layout/hProcess9"/>
    <dgm:cxn modelId="{33B36481-99D1-44CF-B526-E7AF4252097C}" srcId="{788BD466-1FA0-43FC-8673-3A85C9EBC7DD}" destId="{0749F7ED-504E-479C-BEDE-DC3DBA23A645}" srcOrd="0" destOrd="0" parTransId="{E8F236AA-9103-463E-8EDD-B9CDF1477FA5}" sibTransId="{C2F8623B-A97E-4D5E-B2F5-5B2DB808457A}"/>
    <dgm:cxn modelId="{8878C2EB-E9E4-4107-931B-09AA146428F5}" type="presOf" srcId="{B98BFFEE-A124-4055-A75F-DC6F4FC3C6CC}" destId="{B5D5A8A9-493D-4674-8817-3AF87E4AD17A}" srcOrd="0" destOrd="0" presId="urn:microsoft.com/office/officeart/2005/8/layout/hProcess9"/>
    <dgm:cxn modelId="{5BA690E6-6B70-477D-8FC0-C54F48C91427}" srcId="{788BD466-1FA0-43FC-8673-3A85C9EBC7DD}" destId="{71ABC440-EBF9-4C5D-9892-B184D43C9315}" srcOrd="1" destOrd="0" parTransId="{36B815FF-3275-4180-90B0-B15AE788C343}" sibTransId="{AD3F8664-0D7F-4AF8-8B7E-ECCF76651A54}"/>
    <dgm:cxn modelId="{D8D1D2C9-0F2F-4F60-BE45-3DEE9CD5E94F}" type="presParOf" srcId="{60DA2071-B907-46D5-AFBA-DCC391FA0487}" destId="{50364257-CF80-4875-B4E3-1B194AA05AD1}" srcOrd="0" destOrd="0" presId="urn:microsoft.com/office/officeart/2005/8/layout/hProcess9"/>
    <dgm:cxn modelId="{C16AEFCD-6FB9-466F-B419-E64255C05DFF}" type="presParOf" srcId="{60DA2071-B907-46D5-AFBA-DCC391FA0487}" destId="{0CDE6CDC-CFEB-4652-8DB7-EC8C2C2A4AB1}" srcOrd="1" destOrd="0" presId="urn:microsoft.com/office/officeart/2005/8/layout/hProcess9"/>
    <dgm:cxn modelId="{1344D9E5-3EB3-43FF-8C5C-B76C5F1A8572}" type="presParOf" srcId="{0CDE6CDC-CFEB-4652-8DB7-EC8C2C2A4AB1}" destId="{4CE80F02-2433-4226-BACD-868E1B698730}" srcOrd="0" destOrd="0" presId="urn:microsoft.com/office/officeart/2005/8/layout/hProcess9"/>
    <dgm:cxn modelId="{2A17AA7D-1FB4-4B3B-AA9A-00691F6479AB}" type="presParOf" srcId="{0CDE6CDC-CFEB-4652-8DB7-EC8C2C2A4AB1}" destId="{C6EDE4EE-C1D3-4D7F-B0B8-9FC05D6F2DF7}" srcOrd="1" destOrd="0" presId="urn:microsoft.com/office/officeart/2005/8/layout/hProcess9"/>
    <dgm:cxn modelId="{7A7E1952-9721-4FC0-B706-86AD8B918B82}" type="presParOf" srcId="{0CDE6CDC-CFEB-4652-8DB7-EC8C2C2A4AB1}" destId="{9A6D470A-25EE-42A6-85CA-59736C7A1A00}" srcOrd="2" destOrd="0" presId="urn:microsoft.com/office/officeart/2005/8/layout/hProcess9"/>
    <dgm:cxn modelId="{6298AA5F-BDA8-4361-A167-9961DCF39D69}" type="presParOf" srcId="{0CDE6CDC-CFEB-4652-8DB7-EC8C2C2A4AB1}" destId="{BB9D500D-B997-4641-A776-B1BCCF2ED647}" srcOrd="3" destOrd="0" presId="urn:microsoft.com/office/officeart/2005/8/layout/hProcess9"/>
    <dgm:cxn modelId="{AB2D44C4-286C-479F-B18F-6FAA4E65F937}" type="presParOf" srcId="{0CDE6CDC-CFEB-4652-8DB7-EC8C2C2A4AB1}" destId="{4984EDB5-AB82-41BE-8E23-C404172A854D}" srcOrd="4" destOrd="0" presId="urn:microsoft.com/office/officeart/2005/8/layout/hProcess9"/>
    <dgm:cxn modelId="{B1EFF64F-1B22-4E5B-9F74-5F28C47D05E1}" type="presParOf" srcId="{0CDE6CDC-CFEB-4652-8DB7-EC8C2C2A4AB1}" destId="{822A5304-D6AF-4F70-AF9F-C08FFF87B13C}" srcOrd="5" destOrd="0" presId="urn:microsoft.com/office/officeart/2005/8/layout/hProcess9"/>
    <dgm:cxn modelId="{DBC692DF-FDBA-4F09-887E-E8B5E406509B}" type="presParOf" srcId="{0CDE6CDC-CFEB-4652-8DB7-EC8C2C2A4AB1}" destId="{B5D5A8A9-493D-4674-8817-3AF87E4AD17A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6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788D5DFD-FA42-4EB0-B24E-4180C0CC5A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CC864817-5955-484B-9D1F-9BC8DB7398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xmlns="" id="{280C083F-71A6-4E55-AE35-586518FE29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xmlns="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D44056DF-7985-4692-968A-466E9E6AF7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xmlns="" id="{B414A174-532A-4602-934F-9858D1D868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940B0C0C-7F94-4725-8108-62B3B7A5AE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xmlns="" id="{367EAC5B-1891-480A-A3AD-B9F6A88FAC5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xmlns="" id="{E33FF633-15BA-464F-8F5B-26C56665F79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xmlns="" id="{0C949DF6-E66B-4DB8-AB52-30CA781B483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xmlns="" id="{309C2298-5EF9-4B09-8995-014F6D3BFF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xmlns="" id="{319B2AFC-EBFF-477C-A364-6D575BE5AA0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xmlns="" id="{CC6B7D67-F2F8-4B07-B954-EAC9135B2BB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xmlns="" id="{7FF1659D-33DA-4F62-8567-A54020D2E28E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xmlns="" id="{9110F572-DC3D-4AB3-B731-B73BD650576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xmlns="" id="{A2F7D0E9-68CE-40F9-B0E9-F915103ECF7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xmlns="" id="{AB69A438-1FB7-454A-A3E9-0C329643CD4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xmlns="" id="{E64598D0-3A2C-4570-9E7C-C52C89549B4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xmlns="" id="{CC17CF42-8908-477B-9F36-DA1306CA010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xmlns="" id="{A2457851-D4A0-404C-BF3F-99AE00B9E96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xmlns="" id="{ECC300FA-EE4A-489E-9A47-79BEBF05DCE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xmlns="" id="{0D1F26E2-902B-416B-A1DB-80DAF78D8B8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xmlns="" id="{491346A0-BF6D-45A5-806A-2150768722C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xmlns="" id="{A8A5AAC9-38FD-4A03-AB91-236F2AAC625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xmlns="" id="{7AD4105C-55AA-47FF-AC5D-5BCB0B78CDC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xmlns="" id="{1C4B42B1-B112-4057-82C3-E5AF3BC7F6D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xmlns="" id="{C8B37395-3651-4E66-A62E-31529FABC8C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  <a:extLst/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 smtClean="0"/>
              <a:t>AUTOMATED WATERING SYSTEM AND PET cat FEED dispatcher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CSE 316: PROJECT</a:t>
            </a:r>
          </a:p>
          <a:p>
            <a:pPr algn="ctr"/>
            <a:r>
              <a:rPr lang="en-US" dirty="0" smtClean="0"/>
              <a:t>JIHAD (2105011), MAHI (2105013) AND </a:t>
            </a:r>
            <a:r>
              <a:rPr lang="en-US" dirty="0" err="1" smtClean="0"/>
              <a:t>saif</a:t>
            </a:r>
            <a:r>
              <a:rPr lang="en-US" dirty="0" smtClean="0"/>
              <a:t> </a:t>
            </a:r>
            <a:r>
              <a:rPr lang="en-US" dirty="0" smtClean="0"/>
              <a:t>(2105030)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6B6D540F-1E2F-416F-819F-D8216BC8F3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Objectives and </a:t>
            </a:r>
            <a:r>
              <a:rPr lang="en-US" b="1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Main </a:t>
            </a:r>
            <a:r>
              <a:rPr lang="en-US" b="1" dirty="0"/>
              <a:t>Objective: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develop a smart, automated home system using the ATmega32 microcontroller that takes care of plant watering and pet care (hydration + feeding</a:t>
            </a:r>
            <a:r>
              <a:rPr lang="en-US" dirty="0" smtClean="0"/>
              <a:t>), and prevents it from exiting the house, all </a:t>
            </a:r>
            <a:r>
              <a:rPr lang="en-US" dirty="0"/>
              <a:t>with minimal human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00000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SPECIFIC </a:t>
            </a:r>
            <a:r>
              <a:rPr lang="en-US" dirty="0"/>
              <a:t>GOAL-1: 🌱 </a:t>
            </a:r>
            <a:r>
              <a:rPr lang="en-US" b="1" dirty="0"/>
              <a:t>Automated Plant </a:t>
            </a:r>
            <a:r>
              <a:rPr lang="en-US" b="1" dirty="0" smtClean="0"/>
              <a:t>Watering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Measure </a:t>
            </a:r>
            <a:r>
              <a:rPr lang="en-US" dirty="0"/>
              <a:t>soil moisture in real-time.</a:t>
            </a:r>
          </a:p>
          <a:p>
            <a:r>
              <a:rPr lang="en-US" dirty="0" smtClean="0"/>
              <a:t>Use a pump to </a:t>
            </a:r>
            <a:r>
              <a:rPr lang="en-US" dirty="0"/>
              <a:t>water the plant when moisture drops below a defined threshold.</a:t>
            </a:r>
          </a:p>
          <a:p>
            <a:r>
              <a:rPr lang="en-US" dirty="0"/>
              <a:t>Ensure efficient water usage and prevent overwatering</a:t>
            </a:r>
          </a:p>
        </p:txBody>
      </p:sp>
    </p:spTree>
    <p:extLst>
      <p:ext uri="{BB962C8B-B14F-4D97-AF65-F5344CB8AC3E}">
        <p14:creationId xmlns:p14="http://schemas.microsoft.com/office/powerpoint/2010/main" val="270533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GOAL-2: 🐱 </a:t>
            </a:r>
            <a:r>
              <a:rPr lang="en-US" b="1" dirty="0"/>
              <a:t>Smart Cat Water Drinker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Monitor </a:t>
            </a:r>
            <a:r>
              <a:rPr lang="en-US" dirty="0"/>
              <a:t>water level using a water level sensor.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If </a:t>
            </a:r>
            <a:r>
              <a:rPr lang="en-US" dirty="0"/>
              <a:t>the water level is low, activate a pump to </a:t>
            </a:r>
            <a:r>
              <a:rPr lang="en-US" dirty="0" smtClean="0"/>
              <a:t>provide water.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When it reaches a certain level, the sensor will detect it and the pump will cease pumping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Ensure </a:t>
            </a:r>
            <a:r>
              <a:rPr lang="en-US" dirty="0"/>
              <a:t>your cat stays hydrated with clean water available 24/7.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86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dirty="0" smtClean="0"/>
              <a:t>SPECIFIC GOAL-3: </a:t>
            </a:r>
            <a:r>
              <a:rPr lang="en-US" cap="none" dirty="0" smtClean="0">
                <a:latin typeface="Arial" panose="020B0604020202020204" pitchFamily="34" charset="0"/>
              </a:rPr>
              <a:t>🍽</a:t>
            </a:r>
            <a:r>
              <a:rPr lang="en-US" dirty="0" smtClean="0"/>
              <a:t> AUTOMATED CAT FEEDER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Operate </a:t>
            </a:r>
            <a:r>
              <a:rPr lang="en-US" dirty="0"/>
              <a:t>a </a:t>
            </a:r>
            <a:r>
              <a:rPr lang="en-US" dirty="0" smtClean="0"/>
              <a:t>servo </a:t>
            </a:r>
            <a:r>
              <a:rPr lang="en-US" dirty="0"/>
              <a:t>motor </a:t>
            </a:r>
            <a:r>
              <a:rPr lang="en-US" dirty="0" smtClean="0"/>
              <a:t>using a Bluetooth module (HC-05)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Use </a:t>
            </a:r>
            <a:r>
              <a:rPr lang="en-US" dirty="0"/>
              <a:t>a 3D printed food dispenser to drop a fixed amount of </a:t>
            </a:r>
            <a:r>
              <a:rPr lang="en-US" dirty="0" smtClean="0"/>
              <a:t>food by rotating that servo motor.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 Ensure </a:t>
            </a:r>
            <a:r>
              <a:rPr lang="en-US" dirty="0"/>
              <a:t>your feline friend never misses a meal—even if you do!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74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dirty="0" smtClean="0"/>
              <a:t>SPECIFIC GOAL-4: prevent cat from exiting 🏃‍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LDR </a:t>
            </a:r>
            <a:r>
              <a:rPr lang="en-US" dirty="0"/>
              <a:t>sensor </a:t>
            </a:r>
            <a:r>
              <a:rPr lang="en-US" dirty="0" smtClean="0"/>
              <a:t>can be used to detect </a:t>
            </a:r>
            <a:r>
              <a:rPr lang="en-US" dirty="0"/>
              <a:t>light coming from a laser beam. </a:t>
            </a:r>
            <a:endParaRPr lang="en-US" dirty="0" smtClean="0"/>
          </a:p>
          <a:p>
            <a:r>
              <a:rPr lang="en-US" dirty="0" smtClean="0"/>
              <a:t>If the cat tries to flee the house (🙀), the light coming from the laser to the sensor will be blocked when the cat passes the laser beam.</a:t>
            </a:r>
            <a:endParaRPr lang="en-US" dirty="0"/>
          </a:p>
          <a:p>
            <a:r>
              <a:rPr lang="en-US" dirty="0"/>
              <a:t>If light is blocked </a:t>
            </a:r>
            <a:r>
              <a:rPr lang="en-US" dirty="0" smtClean="0"/>
              <a:t>then </a:t>
            </a:r>
            <a:r>
              <a:rPr lang="en-US" dirty="0"/>
              <a:t>the LDR sensor will trigger a servo motor to close the doors/windows. </a:t>
            </a:r>
            <a:endParaRPr lang="en-US" dirty="0" smtClean="0"/>
          </a:p>
          <a:p>
            <a:r>
              <a:rPr lang="en-US" dirty="0" err="1" smtClean="0"/>
              <a:t>Catto</a:t>
            </a:r>
            <a:r>
              <a:rPr lang="en-US" dirty="0" smtClean="0"/>
              <a:t> stays home 🏡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60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and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Coordinate </a:t>
            </a:r>
            <a:r>
              <a:rPr lang="en-US" dirty="0"/>
              <a:t>all the components through the ATmega32.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Maintain </a:t>
            </a:r>
            <a:r>
              <a:rPr lang="en-US" dirty="0"/>
              <a:t>reliability, efficiency, and timing of all subsystems.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2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AND SCALABLE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Build </a:t>
            </a:r>
            <a:r>
              <a:rPr lang="en-US" dirty="0"/>
              <a:t>a modular system that can be improved </a:t>
            </a:r>
            <a:r>
              <a:rPr lang="en-US" dirty="0" smtClean="0"/>
              <a:t>later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Keep </a:t>
            </a:r>
            <a:r>
              <a:rPr lang="en-US" dirty="0"/>
              <a:t>the design cost-effective and easy to replicate</a:t>
            </a:r>
          </a:p>
        </p:txBody>
      </p:sp>
    </p:spTree>
    <p:extLst>
      <p:ext uri="{BB962C8B-B14F-4D97-AF65-F5344CB8AC3E}">
        <p14:creationId xmlns:p14="http://schemas.microsoft.com/office/powerpoint/2010/main" val="54037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TO BE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650775"/>
            <a:ext cx="9905999" cy="4976602"/>
          </a:xfrm>
        </p:spPr>
        <p:txBody>
          <a:bodyPr>
            <a:normAutofit/>
          </a:bodyPr>
          <a:lstStyle/>
          <a:p>
            <a:r>
              <a:rPr lang="en-US" dirty="0"/>
              <a:t>ATmega32 </a:t>
            </a:r>
            <a:r>
              <a:rPr lang="en-US" dirty="0" smtClean="0"/>
              <a:t>microcontroller </a:t>
            </a:r>
          </a:p>
          <a:p>
            <a:r>
              <a:rPr lang="en-US" dirty="0" smtClean="0"/>
              <a:t>Sensors – soil moisture sensor </a:t>
            </a:r>
            <a:r>
              <a:rPr lang="en-US" dirty="0"/>
              <a:t>(capacitive or resistive)</a:t>
            </a:r>
            <a:r>
              <a:rPr lang="en-US" dirty="0" smtClean="0"/>
              <a:t>, water level sensor </a:t>
            </a:r>
            <a:r>
              <a:rPr lang="en-US" dirty="0"/>
              <a:t>(e.g. float switch or ultrasonic module HC-SR04</a:t>
            </a:r>
            <a:r>
              <a:rPr lang="en-US" dirty="0" smtClean="0"/>
              <a:t>), LDR sensor</a:t>
            </a:r>
          </a:p>
          <a:p>
            <a:r>
              <a:rPr lang="en-US" dirty="0" smtClean="0"/>
              <a:t>12 </a:t>
            </a:r>
            <a:r>
              <a:rPr lang="en-US" dirty="0"/>
              <a:t>V DC </a:t>
            </a:r>
            <a:r>
              <a:rPr lang="en-US" dirty="0" smtClean="0"/>
              <a:t>Water– for refilling water bowl </a:t>
            </a:r>
          </a:p>
          <a:p>
            <a:r>
              <a:rPr lang="en-US" dirty="0" smtClean="0"/>
              <a:t>DC servo motor – for food dispenser</a:t>
            </a:r>
          </a:p>
          <a:p>
            <a:r>
              <a:rPr lang="en-US" dirty="0"/>
              <a:t>DC servo motor – for </a:t>
            </a:r>
            <a:r>
              <a:rPr lang="en-US" dirty="0" smtClean="0"/>
              <a:t>closing the doors and windows</a:t>
            </a:r>
          </a:p>
          <a:p>
            <a:r>
              <a:rPr lang="en-US" dirty="0" smtClean="0"/>
              <a:t>Timing logic</a:t>
            </a:r>
          </a:p>
          <a:p>
            <a:r>
              <a:rPr lang="en-US" dirty="0" smtClean="0"/>
              <a:t>HC-05 Bluetooth module</a:t>
            </a:r>
          </a:p>
          <a:p>
            <a:r>
              <a:rPr lang="en-US" dirty="0" smtClean="0"/>
              <a:t>3D </a:t>
            </a:r>
            <a:r>
              <a:rPr lang="en-US" dirty="0"/>
              <a:t>printed parts, </a:t>
            </a:r>
            <a:r>
              <a:rPr lang="en-US" dirty="0" err="1" smtClean="0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25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n 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1074736"/>
            <a:ext cx="8250872" cy="470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24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pen 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260" y="868362"/>
            <a:ext cx="9791245" cy="489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78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n 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304" y="1453243"/>
            <a:ext cx="8029575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12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Open 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035" y="1943543"/>
            <a:ext cx="4572000" cy="455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/>
          <a:lstStyle/>
          <a:p>
            <a:r>
              <a:rPr lang="en-US" dirty="0" smtClean="0"/>
              <a:t>Soil moisture 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7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WATERING PLANTS FLOW DIAGRAM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38339"/>
              </p:ext>
            </p:extLst>
          </p:nvPr>
        </p:nvGraphicFramePr>
        <p:xfrm>
          <a:off x="980547" y="2097088"/>
          <a:ext cx="10319067" cy="3068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236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Soil Moisture Sensor Works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1826383"/>
            <a:ext cx="1008708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It has two probes that go into the soil.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It works like this: Wet soil = good conductor ⚡ | Dry soil = poor conductor 🚫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sensor outputs a voltage level that changes based on moisture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ATmega32 reads this analog signal through its ADC (Analog-to-Digital Converter) pin.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If the moisture is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below a threshold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it triggers the valve to open and water the plant.</a:t>
            </a:r>
          </a:p>
        </p:txBody>
      </p:sp>
    </p:spTree>
    <p:extLst>
      <p:ext uri="{BB962C8B-B14F-4D97-AF65-F5344CB8AC3E}">
        <p14:creationId xmlns:p14="http://schemas.microsoft.com/office/powerpoint/2010/main" val="224162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FEEDING WATER TO PET CAT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2145" y="1749954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2828929"/>
              </p:ext>
            </p:extLst>
          </p:nvPr>
        </p:nvGraphicFramePr>
        <p:xfrm>
          <a:off x="875610" y="2028612"/>
          <a:ext cx="10319067" cy="3562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0699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 Water Drinker — Sensor + Pump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water level falls below a certain point, </a:t>
            </a:r>
            <a:r>
              <a:rPr lang="en-US" dirty="0" smtClean="0"/>
              <a:t>water level sensor </a:t>
            </a:r>
            <a:r>
              <a:rPr lang="en-US" dirty="0"/>
              <a:t>sends a digital/analog signal to ATmega32</a:t>
            </a:r>
            <a:r>
              <a:rPr lang="en-US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b="1" dirty="0" smtClean="0"/>
              <a:t> First</a:t>
            </a:r>
            <a:r>
              <a:rPr lang="en-US" dirty="0"/>
              <a:t>, the pump activates to suck out any stale/old water.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b="1" dirty="0" smtClean="0"/>
              <a:t> Then</a:t>
            </a:r>
            <a:r>
              <a:rPr lang="en-US" dirty="0"/>
              <a:t>, a clean water valve is opened.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The </a:t>
            </a:r>
            <a:r>
              <a:rPr lang="en-US" dirty="0"/>
              <a:t>system monitors until the water level reaches the desired height.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Valve </a:t>
            </a:r>
            <a:r>
              <a:rPr lang="en-US" dirty="0"/>
              <a:t>closes. Done. Water is fresh and topped 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87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 FEED DISPATCHER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2683442"/>
              </p:ext>
            </p:extLst>
          </p:nvPr>
        </p:nvGraphicFramePr>
        <p:xfrm>
          <a:off x="934877" y="2097088"/>
          <a:ext cx="10319067" cy="2839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0808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Food Dispatcher (Rotary Motor + 3D Printed Mechanism)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1413" y="2097088"/>
            <a:ext cx="102129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Motor runs every </a:t>
            </a:r>
            <a:r>
              <a:rPr lang="en-US" dirty="0"/>
              <a:t>6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hours for a specific duration (controlled by ATmega32 timer).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It rotates a portion of the container, releasing a set amount of dry food.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A </a:t>
            </a:r>
            <a:r>
              <a:rPr lang="en-US" b="1" dirty="0"/>
              <a:t>circular or paddle-wheel style</a:t>
            </a:r>
            <a:r>
              <a:rPr lang="en-US" dirty="0"/>
              <a:t> container is 3D printed.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As </a:t>
            </a:r>
            <a:r>
              <a:rPr lang="en-US" dirty="0"/>
              <a:t>it turns, one “pocket” of food aligns with the opening and drops food.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 smtClean="0"/>
              <a:t> After </a:t>
            </a:r>
            <a:r>
              <a:rPr lang="en-US" dirty="0"/>
              <a:t>one cycle, it </a:t>
            </a:r>
            <a:r>
              <a:rPr lang="en-US" dirty="0" smtClean="0"/>
              <a:t>stops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106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Preventing pet cat from exiting the house (LDR </a:t>
            </a:r>
            <a:r>
              <a:rPr lang="en-US" dirty="0"/>
              <a:t>sensor + servo </a:t>
            </a:r>
            <a:r>
              <a:rPr lang="en-US" dirty="0" smtClean="0"/>
              <a:t>motor)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LDR sensor + servo motor: </a:t>
            </a:r>
            <a:r>
              <a:rPr lang="en-US" dirty="0" smtClean="0"/>
              <a:t>It </a:t>
            </a:r>
            <a:r>
              <a:rPr lang="en-US" dirty="0"/>
              <a:t>detects light coming from a laser beam.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light is blocked (by a passing pet cat) then the LDR sensor will trigger a servo motor to close the doors/windows.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windows can be opened again using a Bluetooth module (HC-05)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535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DC9467-D86A-4D44-9E01-5796E5BD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6" name="Picture Placeholder 5" descr="Circuit">
            <a:extLst>
              <a:ext uri="{FF2B5EF4-FFF2-40B4-BE49-F238E27FC236}">
                <a16:creationId xmlns:a16="http://schemas.microsoft.com/office/drawing/2014/main" xmlns="" id="{103D88BF-51AE-46F2-8081-A3C50643270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1411" y="783406"/>
            <a:ext cx="9912354" cy="329977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1A79215-653F-4996-95E5-0FD4B247B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364" y="5124019"/>
            <a:ext cx="9910859" cy="1325941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6540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80B6055E-F2DC-412A-8B07-D3793807DA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BD1B6F-AE5F-4B27-9BE1-4797C9BEFB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938410-2173-430A-9B92-20257D39BD88}">
  <ds:schemaRefs>
    <ds:schemaRef ds:uri="http://www.w3.org/XML/1998/namespace"/>
    <ds:schemaRef ds:uri="http://schemas.microsoft.com/office/2006/metadata/properties"/>
    <ds:schemaRef ds:uri="71af3243-3dd4-4a8d-8c0d-dd76da1f02a5"/>
    <ds:schemaRef ds:uri="http://schemas.microsoft.com/office/2006/documentManagement/types"/>
    <ds:schemaRef ds:uri="http://purl.org/dc/dcmitype/"/>
    <ds:schemaRef ds:uri="http://purl.org/dc/elements/1.1/"/>
    <ds:schemaRef ds:uri="16c05727-aa75-4e4a-9b5f-8a80a1165891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0</TotalTime>
  <Words>764</Words>
  <Application>Microsoft Office PowerPoint</Application>
  <PresentationFormat>Widescreen</PresentationFormat>
  <Paragraphs>84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Trebuchet MS</vt:lpstr>
      <vt:lpstr>Tw Cen MT</vt:lpstr>
      <vt:lpstr>Circuit</vt:lpstr>
      <vt:lpstr>AUTOMATED WATERING SYSTEM AND PET cat FEED dispatcher</vt:lpstr>
      <vt:lpstr>Project Objectives and Goals</vt:lpstr>
      <vt:lpstr>SPECIFIC GOAL-1: 🌱 Automated Plant Watering</vt:lpstr>
      <vt:lpstr>SPECIFIC GOAL-2: 🐱 Smart Cat Water Drinker</vt:lpstr>
      <vt:lpstr>SPECIFIC GOAL-3: 🍽 AUTOMATED CAT FEEDER</vt:lpstr>
      <vt:lpstr>SPECIFIC GOAL-4: prevent cat from exiting 🏃‍</vt:lpstr>
      <vt:lpstr>Integration and Control</vt:lpstr>
      <vt:lpstr>SMART AND SCALABLE DESIGN</vt:lpstr>
      <vt:lpstr>COMPONENTS TO BE USED</vt:lpstr>
      <vt:lpstr>PowerPoint Presentation</vt:lpstr>
      <vt:lpstr>PowerPoint Presentation</vt:lpstr>
      <vt:lpstr>PowerPoint Presentation</vt:lpstr>
      <vt:lpstr>Soil moisture sensor</vt:lpstr>
      <vt:lpstr>WATERING PLANTS FLOW DIAGRAM</vt:lpstr>
      <vt:lpstr>How the Soil Moisture Sensor Works</vt:lpstr>
      <vt:lpstr>FEEDING WATER TO PET CAT</vt:lpstr>
      <vt:lpstr>Cat Water Drinker — Sensor + Pump Operation</vt:lpstr>
      <vt:lpstr>CAT FEED DISPATCHER </vt:lpstr>
      <vt:lpstr>Food Dispatcher (Rotary Motor + 3D Printed Mechanism)</vt:lpstr>
      <vt:lpstr>Preventing pet cat from exiting the house (LDR sensor + servo motor)</vt:lpstr>
      <vt:lpstr>THANK YOU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2025-06-11T16:23:56Z</dcterms:created>
  <dcterms:modified xsi:type="dcterms:W3CDTF">2025-07-29T12:08:48Z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